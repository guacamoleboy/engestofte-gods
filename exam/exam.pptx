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2F2D1-6340-4944-D0F4-30EA0E459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4E5AB0C-B92D-82A7-B347-78C9864F6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E25F975-76A2-7BB0-297F-4EE8EE97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A3D4831-5417-B700-77A4-D1118CC1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CF13FB-D198-B3AE-2B4D-88DD7EED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581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9ECED-4B8A-F58E-95E0-A0729C4E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A0C43C4-4353-B3F7-5DE2-DE22C17B7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F3BC941-15E7-3FAD-A843-485AED60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2986CE6-14AC-183F-F74A-D79A23AD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61629C7-BE5E-9551-B8A5-6A1AE80B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784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59CDE-64E9-463E-25F2-233791A5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70BE41E-A465-4DE4-5D69-F34736C7D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D7596A-2639-879F-7DB7-F53B17AD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6F0C766-6010-BFC5-CD60-E33D6F24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78D2AA7-EA5D-36B6-E483-3E2BA6C9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193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DFAE19-A739-A13A-08C6-359EDC52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3CAC2E-8C3A-73D2-4CFE-E7FFC6006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DCB5457-D92A-54DC-BA34-5D29AFA1C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0357AD9-CEFD-A724-7E15-272482E4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4C0DF86-7850-0D28-C40E-5DEAB7B0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7E023D0-8063-9BD1-E24B-5D874193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156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B72D1-724E-AE55-B20B-2CB40DF7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CB09533-06B5-3DD7-D96E-4C44F51E3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4000B62-3CAC-AD9D-4EEF-306433A07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7233B3D-546B-C6B6-FAB3-8D03460D0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C453F14-BA7A-A882-A6B4-E55C14D03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109A3E2-CBD9-86B2-569F-28891392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1B8C28A5-C6AB-5F24-F1D5-7F0A23DA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F86D961-E711-F1B7-61E3-AF66613A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16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16BDC-BC0A-3DDA-2554-F6194F60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830BE29-5BC6-3D5C-C30A-ABA84314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9CC912D-7BF4-13B0-98E0-8408F65C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0A0DF33-5276-0DB4-EF62-103387BA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2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1AC3C48-3A2A-2305-D59D-75F42425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2C86409-ABC9-FD90-E2EC-25FE1D5C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E26C48B-24DA-34EA-131B-3F9AEF8B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021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947BA-9F76-EF19-6DAC-2083DCEF1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E9BC163-0A0C-401D-CB67-32D6824C0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7B29AAB-EDED-434B-D658-057A30B9D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2083D8F-82E9-CED3-118A-2C1B1F33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2D19C49-BCC5-5BB1-6BE4-F3A56F95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172EC17-4B2A-C3CB-5372-A203009D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069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77543-1C6C-FC37-B71E-84830903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7ECE7E0-3634-F13B-1D4B-60E92B3629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A753606-E067-34FA-2110-CB0229176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9A01D1E-48D0-94A3-837B-541FC5D6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50C8167-49DB-DA82-DB88-7EABDC5A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4E57DF8-0B1F-BBC1-2339-BD7AC042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48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3166A-81AD-B5DA-84F6-5DD0A2C9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1FFA39E-199E-E1CA-E082-67E8720FA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5A552D2-940F-7208-0832-A2E12FDF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B51886-3832-9462-C100-51F9784A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131C35B-47EC-0794-D5CD-DD528A06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859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02604AA7-1CC0-28FF-3680-67D48CED2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0C43D52-EDF7-2424-571A-C27C2ABCB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D19155C-3C7D-E9F7-52F9-3D79437E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F67B7F9-25AA-EE5C-0381-7325BD3A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7100995-3BAD-E138-C7B9-2D06162D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6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EEE56B1-863E-7FBA-6963-1DCACA4A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51A3B6F-5A7F-18D5-8155-C61B042CC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D6C6295-9EB5-17EC-3FA8-E86C576CF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E296C-ABD0-495D-8AB8-4FC63D775AEA}" type="datetimeFigureOut">
              <a:rPr lang="es-ES" smtClean="0"/>
              <a:t>16/10/2026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5524147-5F77-CE64-BB20-B66A85F08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A9BEE4D-484E-221F-455F-CED8235DE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5F9AC-4F3C-4A7E-9EDB-1C03FA0E98F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02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95D6564-CA21-708A-DBB7-2AFE5B689CB1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23B3CCBB-3FA4-5C2C-4289-FB45463C1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614" y="106610"/>
            <a:ext cx="4878772" cy="4878772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E3E50082-80BD-675C-1D40-AE43A1C6643B}"/>
              </a:ext>
            </a:extLst>
          </p:cNvPr>
          <p:cNvSpPr txBox="1"/>
          <p:nvPr/>
        </p:nvSpPr>
        <p:spPr>
          <a:xfrm>
            <a:off x="3208683" y="4299968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/>
              <a:t>AIDA – AI Drevne Applikationer</a:t>
            </a:r>
            <a:endParaRPr lang="es-ES" sz="2400" b="1" dirty="0"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EF04C735-7B4F-F99B-29EA-A08C518894EC}"/>
              </a:ext>
            </a:extLst>
          </p:cNvPr>
          <p:cNvSpPr txBox="1"/>
          <p:nvPr/>
        </p:nvSpPr>
        <p:spPr>
          <a:xfrm>
            <a:off x="3208683" y="4811514"/>
            <a:ext cx="5774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Jonas Meinert Larsen – CPH-JL325 - 2026</a:t>
            </a:r>
          </a:p>
          <a:p>
            <a:pPr algn="ctr"/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208896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F8651233-9F0C-C0D3-0077-521147EEE235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07322F2-9BA9-5064-D143-4C6780F9D0EE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Indhold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4D7A999B-B228-2AB5-7ACD-82EA25CF67CE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ktangel 13">
            <a:extLst>
              <a:ext uri="{FF2B5EF4-FFF2-40B4-BE49-F238E27FC236}">
                <a16:creationId xmlns:a16="http://schemas.microsoft.com/office/drawing/2014/main" id="{E188F031-340F-4816-1979-27FE9B91E3B2}"/>
              </a:ext>
            </a:extLst>
          </p:cNvPr>
          <p:cNvSpPr/>
          <p:nvPr/>
        </p:nvSpPr>
        <p:spPr>
          <a:xfrm>
            <a:off x="10185400" y="156958"/>
            <a:ext cx="1727200" cy="1451736"/>
          </a:xfrm>
          <a:prstGeom prst="rect">
            <a:avLst/>
          </a:prstGeom>
          <a:solidFill>
            <a:srgbClr val="344B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FD1C4C0B-E167-6A06-240E-977334316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574" y="106610"/>
            <a:ext cx="1406026" cy="1406026"/>
          </a:xfrm>
          <a:prstGeom prst="rect">
            <a:avLst/>
          </a:prstGeom>
        </p:spPr>
      </p:pic>
      <p:sp>
        <p:nvSpPr>
          <p:cNvPr id="20" name="Ligebenet trekant 19">
            <a:extLst>
              <a:ext uri="{FF2B5EF4-FFF2-40B4-BE49-F238E27FC236}">
                <a16:creationId xmlns:a16="http://schemas.microsoft.com/office/drawing/2014/main" id="{C6994A3E-0257-DDF2-C0B0-2365ACFEE3F9}"/>
              </a:ext>
            </a:extLst>
          </p:cNvPr>
          <p:cNvSpPr/>
          <p:nvPr/>
        </p:nvSpPr>
        <p:spPr>
          <a:xfrm rot="13221450">
            <a:off x="9411168" y="1203356"/>
            <a:ext cx="1453415" cy="110015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F85584D1-4B17-315A-7F64-184D1480B2E3}"/>
              </a:ext>
            </a:extLst>
          </p:cNvPr>
          <p:cNvSpPr txBox="1"/>
          <p:nvPr/>
        </p:nvSpPr>
        <p:spPr>
          <a:xfrm>
            <a:off x="686591" y="2131858"/>
            <a:ext cx="57746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Løsningen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Hvorfor denne løsning?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Værdi for virksomheden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AI, effektivisering &amp; egne forbehold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Læringsmål, undervisning &amp; </a:t>
            </a:r>
          </a:p>
          <a:p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individuel læring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Fremtiden for Engestofte Gods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ktangel: afklippede hjørner diagonalt 24">
            <a:extLst>
              <a:ext uri="{FF2B5EF4-FFF2-40B4-BE49-F238E27FC236}">
                <a16:creationId xmlns:a16="http://schemas.microsoft.com/office/drawing/2014/main" id="{A0A1864D-249C-F965-732E-2EF531FB4A94}"/>
              </a:ext>
            </a:extLst>
          </p:cNvPr>
          <p:cNvSpPr/>
          <p:nvPr/>
        </p:nvSpPr>
        <p:spPr>
          <a:xfrm>
            <a:off x="4996707" y="1608694"/>
            <a:ext cx="5211141" cy="2915001"/>
          </a:xfrm>
          <a:prstGeom prst="snip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rgbClr val="344B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47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CE51-A413-7A17-9F08-BCAC9CF8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B796EA5F-350D-F3BD-F50E-1D048F051043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F6E6808-6C75-07CD-3085-600D1EE71BB4}"/>
              </a:ext>
            </a:extLst>
          </p:cNvPr>
          <p:cNvSpPr/>
          <p:nvPr/>
        </p:nvSpPr>
        <p:spPr>
          <a:xfrm>
            <a:off x="8114097" y="250264"/>
            <a:ext cx="3798503" cy="6343040"/>
          </a:xfrm>
          <a:prstGeom prst="rect">
            <a:avLst/>
          </a:prstGeom>
          <a:solidFill>
            <a:srgbClr val="344B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C144C2E0-AE67-1914-9612-CD65150B8BF9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Min løsning til Engestofte Gods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0F26CEAF-5422-7590-EBFE-88D58144B7B6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kstfelt 21">
            <a:extLst>
              <a:ext uri="{FF2B5EF4-FFF2-40B4-BE49-F238E27FC236}">
                <a16:creationId xmlns:a16="http://schemas.microsoft.com/office/drawing/2014/main" id="{21E6F444-E0F4-89B2-B550-DA44C4DDE8E0}"/>
              </a:ext>
            </a:extLst>
          </p:cNvPr>
          <p:cNvSpPr txBox="1"/>
          <p:nvPr/>
        </p:nvSpPr>
        <p:spPr>
          <a:xfrm>
            <a:off x="686590" y="2131858"/>
            <a:ext cx="5974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Idéer, fravalg og undervisning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Julemarked? Nej.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Fremlæggelse – Johan – Lyngby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Aflastning, godkendelse, fuld kontrol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Reel værdi for virksomheden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60 gæster fremfor 80+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195F3F12-191C-CB0F-1A39-A186DEB231D9}"/>
              </a:ext>
            </a:extLst>
          </p:cNvPr>
          <p:cNvSpPr txBox="1"/>
          <p:nvPr/>
        </p:nvSpPr>
        <p:spPr>
          <a:xfrm>
            <a:off x="8351107" y="458622"/>
            <a:ext cx="36954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 dirty="0">
                <a:solidFill>
                  <a:schemeClr val="bg1"/>
                </a:solidFill>
              </a:rPr>
              <a:t>Ekstra detaljer</a:t>
            </a:r>
          </a:p>
          <a:p>
            <a:endParaRPr lang="da-DK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>
                    <a:lumMod val="95000"/>
                  </a:schemeClr>
                </a:solidFill>
              </a:rPr>
              <a:t>Morfar er julemand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>
                    <a:lumMod val="95000"/>
                  </a:schemeClr>
                </a:solidFill>
              </a:rPr>
              <a:t>Morfar er standeholder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>
                    <a:lumMod val="95000"/>
                  </a:schemeClr>
                </a:solidFill>
              </a:rPr>
              <a:t>Tidligere AIDA kurser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95000"/>
                  </a:schemeClr>
                </a:solidFill>
              </a:rPr>
              <a:t>Arbejde med gods tidligere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95000"/>
                  </a:schemeClr>
                </a:solidFill>
              </a:rPr>
              <a:t>Målgruppen er for gamle</a:t>
            </a:r>
            <a:endParaRPr lang="es-ES" sz="1400" i="1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CF4487A7-CA63-0DEE-8EE5-9BDC8C6D50A9}"/>
              </a:ext>
            </a:extLst>
          </p:cNvPr>
          <p:cNvCxnSpPr>
            <a:cxnSpLocks/>
          </p:cNvCxnSpPr>
          <p:nvPr/>
        </p:nvCxnSpPr>
        <p:spPr>
          <a:xfrm>
            <a:off x="8436677" y="2247232"/>
            <a:ext cx="34759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Billede 15">
            <a:extLst>
              <a:ext uri="{FF2B5EF4-FFF2-40B4-BE49-F238E27FC236}">
                <a16:creationId xmlns:a16="http://schemas.microsoft.com/office/drawing/2014/main" id="{2CD03092-6246-1888-C85C-B9939FC35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135" y="2411072"/>
            <a:ext cx="3009859" cy="1452577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49DA255C-8C38-52EA-BD1B-39E9D887E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904" y="4202900"/>
            <a:ext cx="3009859" cy="1438996"/>
          </a:xfrm>
          <a:prstGeom prst="rect">
            <a:avLst/>
          </a:prstGeom>
        </p:spPr>
      </p:pic>
      <p:pic>
        <p:nvPicPr>
          <p:cNvPr id="23" name="Billede 22">
            <a:extLst>
              <a:ext uri="{FF2B5EF4-FFF2-40B4-BE49-F238E27FC236}">
                <a16:creationId xmlns:a16="http://schemas.microsoft.com/office/drawing/2014/main" id="{0D45BEF9-C96D-512F-E5C4-D2012FF1E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904" y="5631868"/>
            <a:ext cx="3014090" cy="143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9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E502-D3B6-ADF1-D70E-D363B7FB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79FF3452-2C89-1231-1487-D19E43F00D57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34DD3C1A-8B94-01E9-AF13-F483DC203B42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Min løsning fortsat…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EE09346C-CF73-21C0-C991-5AB076D7B001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Billede 3">
            <a:extLst>
              <a:ext uri="{FF2B5EF4-FFF2-40B4-BE49-F238E27FC236}">
                <a16:creationId xmlns:a16="http://schemas.microsoft.com/office/drawing/2014/main" id="{F1BC3D30-8AB9-8B1C-F20E-A018FC8B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23" y="1960490"/>
            <a:ext cx="8688153" cy="4141305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0E8B1F5F-81DF-12BE-880B-8E0B82019486}"/>
              </a:ext>
            </a:extLst>
          </p:cNvPr>
          <p:cNvSpPr txBox="1"/>
          <p:nvPr/>
        </p:nvSpPr>
        <p:spPr>
          <a:xfrm>
            <a:off x="6361774" y="1775824"/>
            <a:ext cx="415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Professionel - men venlig og personlig</a:t>
            </a:r>
          </a:p>
        </p:txBody>
      </p:sp>
    </p:spTree>
    <p:extLst>
      <p:ext uri="{BB962C8B-B14F-4D97-AF65-F5344CB8AC3E}">
        <p14:creationId xmlns:p14="http://schemas.microsoft.com/office/powerpoint/2010/main" val="286839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B214-B980-CCDC-75BD-DF67F0C5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6F226EA-66C8-DDA2-692F-E66E04DBF006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051FB8AB-CC8B-4D40-6E40-BC831D19727B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Hvor og hvad gør AI?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0AB081B2-9105-F114-E70E-E6C5AC3BBBE7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kstfelt 5">
            <a:extLst>
              <a:ext uri="{FF2B5EF4-FFF2-40B4-BE49-F238E27FC236}">
                <a16:creationId xmlns:a16="http://schemas.microsoft.com/office/drawing/2014/main" id="{52A11F9B-DB15-E691-A147-E3227C1FF977}"/>
              </a:ext>
            </a:extLst>
          </p:cNvPr>
          <p:cNvSpPr txBox="1"/>
          <p:nvPr/>
        </p:nvSpPr>
        <p:spPr>
          <a:xfrm>
            <a:off x="6519512" y="2009156"/>
            <a:ext cx="44629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Rubric, system prompts og begrænsninger</a:t>
            </a:r>
          </a:p>
          <a:p>
            <a:pPr algn="ctr"/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1-mandsgruppe</a:t>
            </a:r>
          </a:p>
          <a:p>
            <a:pPr algn="ctr"/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Ingen MCP i første udkast</a:t>
            </a:r>
          </a:p>
          <a:p>
            <a:pPr algn="ctr"/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Samler data</a:t>
            </a:r>
          </a:p>
          <a:p>
            <a:pPr algn="ctr"/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Laver en struktureret JSON fremfor at være afhængig af LLM output</a:t>
            </a:r>
          </a:p>
          <a:p>
            <a:pPr algn="ctr"/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Vurdering inden approval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6009FF2-B060-EDA2-938C-E3682C74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6" y="1659043"/>
            <a:ext cx="4049476" cy="2535163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72F2A98F-6645-C5B2-80AF-213E11070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6" y="4329850"/>
            <a:ext cx="4049476" cy="199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1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AD9B-C58F-D99C-9896-B5284F22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D5DF329-E31D-F044-6CC6-E0FFC5D8ACE1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C8160F7D-158E-022F-AAB2-6DFE51006B83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Systemskitse (kort gennemgang)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AB005B2B-D63B-877C-CB0E-1BD8CF2BF53A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Billede 3">
            <a:extLst>
              <a:ext uri="{FF2B5EF4-FFF2-40B4-BE49-F238E27FC236}">
                <a16:creationId xmlns:a16="http://schemas.microsoft.com/office/drawing/2014/main" id="{0FCF51D6-0B84-61D4-DD27-3E2AB9238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212" y="1471739"/>
            <a:ext cx="7408049" cy="503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6723-C1ED-8836-B022-6233550C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37F3159C-9FEA-83B9-7622-F1F1D2AD65F3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3CFE32FD-50C9-9899-4438-768BC1BA38EA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Hvad blev valgt fra?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F26D2846-0869-D5A6-E632-523055B28E1D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kstfelt 5">
            <a:extLst>
              <a:ext uri="{FF2B5EF4-FFF2-40B4-BE49-F238E27FC236}">
                <a16:creationId xmlns:a16="http://schemas.microsoft.com/office/drawing/2014/main" id="{93458561-CC99-9569-C35A-895E1EF3A23D}"/>
              </a:ext>
            </a:extLst>
          </p:cNvPr>
          <p:cNvSpPr txBox="1"/>
          <p:nvPr/>
        </p:nvSpPr>
        <p:spPr>
          <a:xfrm>
            <a:off x="664143" y="1659043"/>
            <a:ext cx="44629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Mail 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setup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(digital ocean begrænsning)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RAG 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bot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Dify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Trello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Ressourcer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Diverse tests, CI / CD &amp; 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deployment</a:t>
            </a: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SEO, tid, egen begrænsning</a:t>
            </a: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3C8594E9-50BE-8247-2D85-0C84EF566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75" y="463979"/>
            <a:ext cx="4337768" cy="244053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B6A8DC38-6A22-1AF2-60B6-42F2969C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023" y="2487598"/>
            <a:ext cx="2405230" cy="1178401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95ECA0C5-CA46-3340-96F2-B214A53A0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224" y="4745254"/>
            <a:ext cx="4598633" cy="1580349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8EE9EB5B-49B3-D1B0-36C2-105F29BF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121" y="3560798"/>
            <a:ext cx="4677428" cy="1105054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5C857E22-9791-AB9E-6EB2-723709377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101" y="4862959"/>
            <a:ext cx="3636288" cy="159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8729-A369-0986-2CCE-FF0F3720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E0E5A89-B35F-9B4B-DB90-743D659721C9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912FF84D-00F5-98DE-6DB9-7F55ED161065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Undervisning, læring &amp; evaluering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64A51F5A-C057-7509-1698-C20815A584BF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kstfelt 5">
            <a:extLst>
              <a:ext uri="{FF2B5EF4-FFF2-40B4-BE49-F238E27FC236}">
                <a16:creationId xmlns:a16="http://schemas.microsoft.com/office/drawing/2014/main" id="{F749F099-23BD-7456-58C8-A9B578743DDB}"/>
              </a:ext>
            </a:extLst>
          </p:cNvPr>
          <p:cNvSpPr txBox="1"/>
          <p:nvPr/>
        </p:nvSpPr>
        <p:spPr>
          <a:xfrm>
            <a:off x="664143" y="1659043"/>
            <a:ext cx="1212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Godt</a:t>
            </a: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95184FE5-D36E-DAC0-517A-E62667E6B63C}"/>
              </a:ext>
            </a:extLst>
          </p:cNvPr>
          <p:cNvSpPr txBox="1"/>
          <p:nvPr/>
        </p:nvSpPr>
        <p:spPr>
          <a:xfrm>
            <a:off x="664141" y="2079902"/>
            <a:ext cx="49955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Mulighed for eget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Læring om AIDA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Modstand blev til effektivisering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Anderledes brug af 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skills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Reel virksomhed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Reelt projekt &amp; løsning</a:t>
            </a: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0B0304C-791C-EF8F-192C-2E596F92DC74}"/>
              </a:ext>
            </a:extLst>
          </p:cNvPr>
          <p:cNvSpPr txBox="1"/>
          <p:nvPr/>
        </p:nvSpPr>
        <p:spPr>
          <a:xfrm>
            <a:off x="6378060" y="1658405"/>
            <a:ext cx="1212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Dårligt</a:t>
            </a: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14AD9715-B94C-1DE0-5212-DDCFF9AE5029}"/>
              </a:ext>
            </a:extLst>
          </p:cNvPr>
          <p:cNvSpPr txBox="1"/>
          <p:nvPr/>
        </p:nvSpPr>
        <p:spPr>
          <a:xfrm>
            <a:off x="6360153" y="2079902"/>
            <a:ext cx="49955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Moodle + Kursusmaterialer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Privatliv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1-mandsgruppe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Systemudvikling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Blogposts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Brug af AI (personlig holdning)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Manglende info til folk der ikke benytter Discord / Kursusmaterialer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Klassen på 4. Semester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20489389-AE7D-66E8-BB75-7869DB0B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534" y="3979293"/>
            <a:ext cx="4358489" cy="222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11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4D1A-AE31-D000-B9A3-8F5341C16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5685FE34-4EBC-E679-9240-706BAEF0EBC0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480F5195-5759-704F-8B37-6F68112FB2EA}"/>
              </a:ext>
            </a:extLst>
          </p:cNvPr>
          <p:cNvSpPr txBox="1"/>
          <p:nvPr/>
        </p:nvSpPr>
        <p:spPr>
          <a:xfrm>
            <a:off x="664143" y="651994"/>
            <a:ext cx="577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Fremtid for Engestofte &amp; mig selv</a:t>
            </a:r>
            <a:endParaRPr lang="es-E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E6232E16-0443-BA25-4451-4FC65D18DE9C}"/>
              </a:ext>
            </a:extLst>
          </p:cNvPr>
          <p:cNvCxnSpPr>
            <a:cxnSpLocks/>
          </p:cNvCxnSpPr>
          <p:nvPr/>
        </p:nvCxnSpPr>
        <p:spPr>
          <a:xfrm>
            <a:off x="766946" y="1238183"/>
            <a:ext cx="2928754" cy="0"/>
          </a:xfrm>
          <a:prstGeom prst="line">
            <a:avLst/>
          </a:prstGeom>
          <a:ln w="28575" cap="flat" cmpd="sng" algn="ctr">
            <a:solidFill>
              <a:srgbClr val="344B3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kstfelt 5">
            <a:extLst>
              <a:ext uri="{FF2B5EF4-FFF2-40B4-BE49-F238E27FC236}">
                <a16:creationId xmlns:a16="http://schemas.microsoft.com/office/drawing/2014/main" id="{954E8337-FDDE-AD61-CCA0-5B2CDC646507}"/>
              </a:ext>
            </a:extLst>
          </p:cNvPr>
          <p:cNvSpPr txBox="1"/>
          <p:nvPr/>
        </p:nvSpPr>
        <p:spPr>
          <a:xfrm>
            <a:off x="664143" y="1659043"/>
            <a:ext cx="2560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Engestofte Gods</a:t>
            </a: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87CAAD0D-3B53-2D9E-A140-F7A8A078D4D5}"/>
              </a:ext>
            </a:extLst>
          </p:cNvPr>
          <p:cNvSpPr txBox="1"/>
          <p:nvPr/>
        </p:nvSpPr>
        <p:spPr>
          <a:xfrm>
            <a:off x="664141" y="2079902"/>
            <a:ext cx="49955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Omskrivning af projektet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Trello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integration (Source of 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Truth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Analyse &amp; personlig snak med Engestofte Gods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Integration af tests &amp; håndtering heraf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Langsom integration for at mindste påvirkning af kunder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Data, analyse, estimeret omkostninger osv.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63543B3-DBDF-0A31-1371-A44237319520}"/>
              </a:ext>
            </a:extLst>
          </p:cNvPr>
          <p:cNvSpPr txBox="1"/>
          <p:nvPr/>
        </p:nvSpPr>
        <p:spPr>
          <a:xfrm>
            <a:off x="6378060" y="1658405"/>
            <a:ext cx="2737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Personlig fremtid</a:t>
            </a: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18FD6983-E35C-C2BB-1CDD-F14E05E37C41}"/>
              </a:ext>
            </a:extLst>
          </p:cNvPr>
          <p:cNvSpPr txBox="1"/>
          <p:nvPr/>
        </p:nvSpPr>
        <p:spPr>
          <a:xfrm>
            <a:off x="6360153" y="2079902"/>
            <a:ext cx="4995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Håber AI hype kommer lidt 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Kodning er sjovt - </a:t>
            </a:r>
            <a:r>
              <a:rPr lang="da-DK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prompting</a:t>
            </a: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er ikke…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Old School start på HTX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Effektiv brug af AI fremfor AI som løsning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Bedre forståelse for hvordan AI kan integreres i virksomheder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6C48863-F7B3-A655-823A-69A38760F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620" y="3769062"/>
            <a:ext cx="4847289" cy="259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38E9-E043-1AC8-7389-9529CCD0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1B83C13-4E7C-845A-1A8C-BCB6CE73AABA}"/>
              </a:ext>
            </a:extLst>
          </p:cNvPr>
          <p:cNvSpPr/>
          <p:nvPr/>
        </p:nvSpPr>
        <p:spPr>
          <a:xfrm>
            <a:off x="145425" y="106610"/>
            <a:ext cx="11910740" cy="6612242"/>
          </a:xfrm>
          <a:prstGeom prst="rect">
            <a:avLst/>
          </a:prstGeom>
          <a:ln w="317500">
            <a:solidFill>
              <a:srgbClr val="344B38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AAA2DEB-E407-6129-0B97-744A2C7E3787}"/>
              </a:ext>
            </a:extLst>
          </p:cNvPr>
          <p:cNvSpPr txBox="1"/>
          <p:nvPr/>
        </p:nvSpPr>
        <p:spPr>
          <a:xfrm>
            <a:off x="3992880" y="4321586"/>
            <a:ext cx="420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Kort demo (hvis I ønsker det)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35A7528-AC7D-C06B-98F8-F931CA9FE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614" y="260039"/>
            <a:ext cx="4878772" cy="4878772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7F357510-2C14-236A-8AD9-A48341673D9C}"/>
              </a:ext>
            </a:extLst>
          </p:cNvPr>
          <p:cNvSpPr txBox="1"/>
          <p:nvPr/>
        </p:nvSpPr>
        <p:spPr>
          <a:xfrm>
            <a:off x="3896627" y="4907978"/>
            <a:ext cx="420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 for denne gang!</a:t>
            </a:r>
          </a:p>
        </p:txBody>
      </p:sp>
    </p:spTree>
    <p:extLst>
      <p:ext uri="{BB962C8B-B14F-4D97-AF65-F5344CB8AC3E}">
        <p14:creationId xmlns:p14="http://schemas.microsoft.com/office/powerpoint/2010/main" val="173133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333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Larsen</dc:creator>
  <cp:lastModifiedBy>Jonas Larsen</cp:lastModifiedBy>
  <cp:revision>11</cp:revision>
  <dcterms:created xsi:type="dcterms:W3CDTF">2026-10-13T22:01:37Z</dcterms:created>
  <dcterms:modified xsi:type="dcterms:W3CDTF">2026-10-16T17:51:39Z</dcterms:modified>
</cp:coreProperties>
</file>